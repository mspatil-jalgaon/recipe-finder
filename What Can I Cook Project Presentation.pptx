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Perpetua" panose="02020502060401020303" pitchFamily="18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25604" y="2569593"/>
            <a:ext cx="6340792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4CAF50"/>
                </a:solidFill>
                <a:latin typeface="Perpetua" panose="02020502060401020303" pitchFamily="18" charset="0"/>
                <a:ea typeface="Poppins"/>
                <a:cs typeface="Poppins"/>
                <a:sym typeface="Poppins"/>
              </a:rPr>
              <a:t>What Can I Cook?</a:t>
            </a:r>
            <a:endParaRPr dirty="0">
              <a:latin typeface="Perpetua" panose="02020502060401020303" pitchFamily="18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076575" y="3480494"/>
            <a:ext cx="6038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 smart food suggestion web application.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076575" y="4131915"/>
            <a:ext cx="6038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18096"/>
                </a:solidFill>
                <a:latin typeface="Lato"/>
                <a:ea typeface="Lato"/>
                <a:cs typeface="Lato"/>
                <a:sym typeface="Lato"/>
              </a:rPr>
              <a:t>Developed by 24120018 &amp; 24120014 B.sc AIML 2Year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095599-ED08-6783-9C84-8C7B321EC89A}"/>
              </a:ext>
            </a:extLst>
          </p:cNvPr>
          <p:cNvSpPr txBox="1"/>
          <p:nvPr/>
        </p:nvSpPr>
        <p:spPr>
          <a:xfrm>
            <a:off x="5547360" y="5867964"/>
            <a:ext cx="6177280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r">
              <a:lnSpc>
                <a:spcPct val="107000"/>
              </a:lnSpc>
              <a:spcAft>
                <a:spcPts val="575"/>
              </a:spcAft>
              <a:buNone/>
            </a:pPr>
            <a:r>
              <a:rPr lang="en-IN" sz="1800" dirty="0">
                <a:solidFill>
                  <a:srgbClr val="4A5568"/>
                </a:solidFill>
                <a:latin typeface="Lato"/>
                <a:ea typeface="Lato"/>
                <a:cs typeface="Lato"/>
              </a:rPr>
              <a:t>Lucky Ashok Chaudhari</a:t>
            </a:r>
          </a:p>
          <a:p>
            <a:pPr marL="6350" indent="-6350" algn="r">
              <a:lnSpc>
                <a:spcPct val="107000"/>
              </a:lnSpc>
              <a:spcAft>
                <a:spcPts val="575"/>
              </a:spcAft>
              <a:buNone/>
            </a:pPr>
            <a:r>
              <a:rPr lang="en-IN" sz="1800" dirty="0">
                <a:solidFill>
                  <a:srgbClr val="4A5568"/>
                </a:solidFill>
                <a:latin typeface="Lato"/>
                <a:ea typeface="Lato"/>
                <a:cs typeface="Lato"/>
              </a:rPr>
              <a:t>Roll No.:- 24120018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E97B0-3C61-2411-99C9-3C56A0FE30B7}"/>
              </a:ext>
            </a:extLst>
          </p:cNvPr>
          <p:cNvSpPr txBox="1"/>
          <p:nvPr/>
        </p:nvSpPr>
        <p:spPr>
          <a:xfrm>
            <a:off x="467360" y="5803807"/>
            <a:ext cx="6177280" cy="73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>
              <a:lnSpc>
                <a:spcPct val="107000"/>
              </a:lnSpc>
              <a:spcAft>
                <a:spcPts val="575"/>
              </a:spcAft>
            </a:pPr>
            <a:r>
              <a:rPr lang="en-IN" sz="1800" dirty="0">
                <a:solidFill>
                  <a:srgbClr val="4A5568"/>
                </a:solidFill>
                <a:latin typeface="Lato"/>
                <a:ea typeface="Lato"/>
                <a:cs typeface="Lato"/>
              </a:rPr>
              <a:t>Hemraj Milind Sonawane</a:t>
            </a:r>
          </a:p>
          <a:p>
            <a:pPr marL="6350" indent="-6350">
              <a:lnSpc>
                <a:spcPct val="107000"/>
              </a:lnSpc>
              <a:spcAft>
                <a:spcPts val="575"/>
              </a:spcAft>
            </a:pPr>
            <a:r>
              <a:rPr lang="en-IN" sz="1800" dirty="0">
                <a:solidFill>
                  <a:srgbClr val="4A5568"/>
                </a:solidFill>
                <a:latin typeface="Lato"/>
                <a:ea typeface="Lato"/>
                <a:cs typeface="Lato"/>
              </a:rPr>
              <a:t>Roll No.:- 24120014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AFC44-211B-060E-1891-8885439098BE}"/>
              </a:ext>
            </a:extLst>
          </p:cNvPr>
          <p:cNvSpPr txBox="1"/>
          <p:nvPr/>
        </p:nvSpPr>
        <p:spPr>
          <a:xfrm>
            <a:off x="5125720" y="6000044"/>
            <a:ext cx="1940560" cy="36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>
              <a:lnSpc>
                <a:spcPct val="107000"/>
              </a:lnSpc>
              <a:spcAft>
                <a:spcPts val="575"/>
              </a:spcAft>
            </a:pPr>
            <a:r>
              <a:rPr lang="en-IN" sz="1800" dirty="0">
                <a:solidFill>
                  <a:srgbClr val="4A5568"/>
                </a:solidFill>
                <a:latin typeface="Lato"/>
                <a:ea typeface="Lato"/>
                <a:cs typeface="Lato"/>
              </a:rPr>
              <a:t>B.sc AIML  2Year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625566" y="2382142"/>
            <a:ext cx="694086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The Everyday Problem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619750" y="3715642"/>
            <a:ext cx="952500" cy="47625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495675" y="4049017"/>
            <a:ext cx="5200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"What can I make with what's in my kitchen?"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 Smart Web Application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4098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"What Can I Cook?" is a smart web application designed to help users find recipes based on the ingredients they already have at home.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35147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It solves a common, everyday problem by providing instant inspiration and reducing food waste.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6343650" y="2490926"/>
            <a:ext cx="5267325" cy="282864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Our Solution: The App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Find Recipes Instantly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95325" y="23622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809625" y="2362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primary feature allows users to input one or more ingredients (e.g., 'tomato').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95325" y="31146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09625" y="31146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application immediately searches its database.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95325" y="35623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09625" y="35623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 visual gallery of matching recipes is returned to the user, ready to browse.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Feature: Search by Ingredient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8850"/>
            <a:ext cx="34290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228850"/>
            <a:ext cx="34290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228850"/>
            <a:ext cx="34290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1385887" y="3238500"/>
            <a:ext cx="1800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Visual Grid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866775" y="40290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Recipes are displayed in a clean, easy-to-browse card layout.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005863" y="3238500"/>
            <a:ext cx="21802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Clear Visuals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676775" y="40290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High-quality images help users decide on a recipe at a glance.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415813" y="3238500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Responsive Design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486775" y="4486275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application works perfectly on both desktop and mobile devices.</a:t>
            </a:r>
            <a:endParaRPr/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43125" y="2543175"/>
            <a:ext cx="285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5431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4550" y="25431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User-Friendly Interface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212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71500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Complete Recipe Info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71500" y="24098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Clicking any recipe card opens a detailed modal with all the information needed to start cooking.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95325" y="32099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09625" y="32099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Category (e.g., Starter)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95325" y="365760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09625" y="36576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Complete Ingredient List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95325" y="41052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09625" y="41052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Step-by-Step Instructions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95325" y="45529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09625" y="455295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Links to Video or Original Source</a:t>
            </a:r>
            <a:endParaRPr/>
          </a:p>
        </p:txBody>
      </p:sp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771650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Feature: All The Details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52650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52650"/>
            <a:ext cx="34290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52650"/>
            <a:ext cx="342900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1065847" y="3162300"/>
            <a:ext cx="244030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Flask (Python)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66775" y="39528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A powerful backend framework for managing all server-side logic and application routing.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200888" y="3162300"/>
            <a:ext cx="179022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HTML / CSS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4676775" y="39528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The building blocks for creating the clean, responsive, and user-friendly frontend interface.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055893" y="3162300"/>
            <a:ext cx="1700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Recipe API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8486775" y="39528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Used to fetch real-time, dynamic recipe data, including ingredients and instructions, based on user inputs.</a:t>
            </a:r>
            <a:endParaRPr/>
          </a:p>
        </p:txBody>
      </p:sp>
      <p:pic>
        <p:nvPicPr>
          <p:cNvPr id="183" name="Google Shape;18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4669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4669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5975" y="24669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Tools &amp; Technologies Used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System Flowchart: Recipe Generation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1714500" y="2619375"/>
            <a:ext cx="9144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Unique, Useful &amp; Smart: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It combines practical, everyday utility with an engaging and visually smart user experience.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1714500" y="3476625"/>
            <a:ext cx="9144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Great for Everyone: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The project is an ideal learning tool for beginners in programming, demonstrating key web concepts.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714500" y="4333875"/>
            <a:ext cx="9144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Everyday Helper: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It provides a genuine solution that is helpful for users in their daily life, reducing food waste and inspiring new ideas.</a:t>
            </a:r>
            <a:endParaRPr/>
          </a:p>
        </p:txBody>
      </p:sp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66700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524250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381500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Why This Project is Unique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1714500" y="2647950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User Accounts: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To allow users to save their favorite recipes and build a personal digital cookbook.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1714500" y="3200400"/>
            <a:ext cx="9144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Pantry Tracker: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A feature to let users save their current ingredients for even smarter, more accurate suggestions.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1714500" y="4057650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Meal Planning: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Automatically generate weekly meal plans and create shopping lists for missing items.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714500" y="4610100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Native Mobile App:</a:t>
            </a:r>
            <a:r>
              <a:rPr lang="en-US" sz="15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 Develop a dedicated, fast, and convenient application for iOS and Android devices.</a:t>
            </a:r>
            <a:endParaRPr/>
          </a:p>
        </p:txBody>
      </p:sp>
      <p:pic>
        <p:nvPicPr>
          <p:cNvPr id="208" name="Google Shape;20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695575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248025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4105275"/>
            <a:ext cx="238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657725"/>
            <a:ext cx="238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Future Implementations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295275" y="237738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571500" y="378708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A5568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466</Words>
  <Application>Microsoft Office PowerPoint</Application>
  <PresentationFormat>Widescreen</PresentationFormat>
  <Paragraphs>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Poppins</vt:lpstr>
      <vt:lpstr>Perpetua</vt:lpstr>
      <vt:lpstr>Calibri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Mukesh Patil</cp:lastModifiedBy>
  <cp:revision>4</cp:revision>
  <dcterms:modified xsi:type="dcterms:W3CDTF">2025-11-12T03:37:12Z</dcterms:modified>
</cp:coreProperties>
</file>